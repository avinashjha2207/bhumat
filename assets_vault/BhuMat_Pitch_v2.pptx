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BhuMat (भूमत)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privacy-first, constituency-level record of what Bharat experiences, every day.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poll. Not a feed. Public-perception infrastructure across all 543 Lok Sabha seats.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26 January 2027  |  Pre-register your PIN at bhumat.com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has no continuous, verified, seat-level citizen signal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801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indices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73352"/>
            <a:ext cx="23225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WHR 2026 ranks India 116th of 147 (below Palestine, 109th). Gallup surveys ~1,000+ people per country, face-to-face and probability-based: rigorous, but thin for 98 crore electors. V-Dem rates democracy through expert coding (3,500+ experts), with no citizen voice at all.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0712" y="12801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surveys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10712" y="1673352"/>
            <a:ext cx="23225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science, but episodic and election-linked. Lokniti-CSDS NES 2024: 19,663 post-poll respondents across 191 of 543 seats, about 100 per seat sampled. Nothing daily, nothing for every seat.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2801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1673352"/>
            <a:ext cx="23225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and free, but anyone can spin up bot accounts. Algorithms reward outrage, so feeds show what is loud, not what is lived. Unverifiable by design.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a daily, verified, one-person-one-voice signal for every constituency (avg. ~18 lakh electors each), with the method open to scrutiny.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Gallup World Poll methodology; WHR 2026; V-Dem methodology; ECI Atlas 2024 (97.98 cr electors); Lokniti-CSDS NES 2024 method notes.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daily moments, one minute each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8016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  LokMat (लोकमत)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73352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Culture, food, cricket, tech, workplace debates. Fast, emotional, fun. Builds the habit and the streak.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28016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PM  JanMat (जनमत)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73352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civic-delivery question: roads, power, hospitals, safety. Two to three clean options. Done.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perception index: verified, constituency-level, transparent about who answered and how many.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46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election forecast, not vote-intention polling, not a replacement for probability surveys. Perception is data; we label it as perception.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no GPS, one SIM-verified account, correct seat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6-digit PIN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0" y="1188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70048" y="11887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See matching district(s)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73168" y="11887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 your seat (one tap)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188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76288" y="11887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 phone once via OTP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cases, handled openly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 maps to a delivery post office, not a constituency boundary. Where one PIN spans several seats, we show the shortlist and ask you to choose. No claim of "perfect" accuracy.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 workers get two tracks: Home seat (where registered) and Residence seat (where you live and work), so JanMat can ask about either.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locks stop mid-cycle hopping. Changes: two free resets (15 Aug, 26 Jan), or manual review with proof of move. Not referral-based, which would be gameable.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are versioned, so post-Census delimitation or new seats can be re-mapped without losing history.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ballot: privacy you can audit, not just trust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8016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A: Participation ledger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73352"/>
            <a:ext cx="3694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only that an account took part in this cycle. Stops duplicate votes. Holds no answer.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28016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B: Anonymous ballot box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73352"/>
            <a:ext cx="3694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constituency + choice only. No phone number, no account ID, no IP or device log.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blurring and batched writes, so Room A and Room B cannot be matched by timing.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hidden until a minimum cohort, so small seats cannot reveal individuals.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receipt proves you participated, never what you chose, so it cannot be used for coercion or vote-selling.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JanMat keeps no personal answer history. LokMat (culture) may keep choices for badges, and says so clearly.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Ballot logic open-sourced and independently audited. We promise auditable privacy, not absolutes. Built to the DPDP Act from day one (core duties bind from May 2027).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is not the same as representative: how we close the 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34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quorum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27632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verified votes unlocks an "Early signal" badge. Higher tiers (1,000+, 2,500+) unlock firmer labels. Every seat shows its 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0712" y="1234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10712" y="1627632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age, gender, urban/rural declaration. Post-stratified to Census, NFHS and electoral-roll benchmarks. "Who answered" is always shown.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234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Anti-coordination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1627632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proves a SIM, not a citizen, so we add rate limits, device attestation, referral-cluster detection, and show organic vs referred share.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1089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governance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502152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nominations, an independent advisory panel, balanced options, wording published in advance. Agenda-setting is power; we share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971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0712" y="31089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3502152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results benchmarked against NFHS indicators and past outcomes. Calibration published, including where we are wrong.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9632" y="31089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Election-time rules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02152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windows honoured: 48 hours before poll close (RP Act s.126), no vote-intent questions, legal review before each cycle.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writes its own record: 26 January 2027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sales. No behavioural ads. No physical-movement tracking.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and non-partisan. Published method, published calibration, published funding. "Sovereign" means Indian-hosted and Indian-governed.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reveal: seats stay grey until quorum, and we show pre-registration counts so an empty map reads as momentum, not failure.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from launch, with offline-friendly paths for low-connectivity seats.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51C3A"/>
          </a:solidFill>
          <a:ln w="12700">
            <a:solidFill>
              <a:srgbClr val="151C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your constituency. Put your seat on the map.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bhumat.com   |   Jai Hind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2026-09-30T17:54:28Z</dcterms:created>
  <dcterms:modified xsi:type="dcterms:W3CDTF">2026-09-30T17:54:28Z</dcterms:modified>
</cp:coreProperties>
</file>